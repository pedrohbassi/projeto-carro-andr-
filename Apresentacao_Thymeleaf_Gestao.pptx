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7B5FF"/>
                </a:solidFill>
                <a:latin typeface="Aptos"/>
              </a:defRPr>
            </a:pPr>
            <a:r>
              <a:t>PROJETO DE SISTEMAS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Thymeleaf</a:t>
            </a:r>
          </a:p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Gestão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2DEEE"/>
                </a:solidFill>
                <a:latin typeface="Aptos"/>
              </a:defRPr>
            </a:pPr>
            <a:r>
              <a:t>Sistema de gestão de funcionários, contas, veículos e serviços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5B8CF"/>
                </a:solidFill>
                <a:latin typeface="Aptos"/>
              </a:defRPr>
            </a:pPr>
            <a:r>
              <a:t>Java • Spring Boot • Thymeleaf • API REST • 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69E8"/>
                </a:solidFill>
                <a:latin typeface="Aptos"/>
              </a:defRPr>
            </a:pPr>
            <a:r>
              <a:t>01 •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63A"/>
                </a:solidFill>
                <a:latin typeface="Aptos"/>
              </a:defRPr>
            </a:pPr>
            <a:r>
              <a:t>Contexto e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9798F"/>
                </a:solidFill>
                <a:latin typeface="Aptos"/>
              </a:defRPr>
            </a:pPr>
            <a:r>
              <a:t>O escopo segue as quatro entidades do diagrama fornecido.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Centralizar informações administrativas em um único sistema.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06624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2549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Facilitar cadastro, consulta, edição e exclusão de registros.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93008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11879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Organizar a interface em módulos e apresentar um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79392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9826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Demonstrar aplicações Java com Spring Boot e banco H2.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9798F"/>
                </a:solidFill>
                <a:latin typeface="Aptos"/>
              </a:defRPr>
            </a:pPr>
            <a:r>
              <a:t>THYMELEAF GESTÃO  •  PROJETO ACADÊMICO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69E8"/>
                </a:solidFill>
                <a:latin typeface="Aptos"/>
              </a:defRPr>
            </a:pPr>
            <a:r>
              <a:t>02 • FUNCIONALIDADES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63A"/>
                </a:solidFill>
                <a:latin typeface="Aptos"/>
              </a:defRPr>
            </a:pPr>
            <a:r>
              <a:t>Módulos do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Funcionários: CPF, nome e salário.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06624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2549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Contas do mês: ID, descrição, valor e data de cadastro.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93008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Veículos: placa, modelo, marca, anos, cor e preço.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79392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9826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Serviços: ID, descrição e data de cadastro.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8464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Dashboard com totais e atalhos para os módulos.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9798F"/>
                </a:solidFill>
                <a:latin typeface="Aptos"/>
              </a:defRPr>
            </a:pPr>
            <a:r>
              <a:t>THYMELEAF GESTÃO  •  PROJETO ACADÊMICO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69E8"/>
                </a:solidFill>
                <a:latin typeface="Aptos"/>
              </a:defRPr>
            </a:pPr>
            <a:r>
              <a:t>03 •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63A"/>
                </a:solidFill>
                <a:latin typeface="Aptos"/>
              </a:defRPr>
            </a:pPr>
            <a:r>
              <a:t>Tecnologias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Java 17 como linguagem principal.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06624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2549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Spring Boot e Spring Web para aplicações e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93008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Spring Data JPA para persistência por repositórios.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79392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9826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H2 Database para banco relacional de desenvolvimento.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8464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Thymeleaf, HTML e CSS para a interface web.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9798F"/>
                </a:solidFill>
                <a:latin typeface="Aptos"/>
              </a:defRPr>
            </a:pPr>
            <a:r>
              <a:t>THYMELEAF GESTÃO  •  PROJETO ACADÊMICO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69E8"/>
                </a:solidFill>
                <a:latin typeface="Aptos"/>
              </a:defRPr>
            </a:pPr>
            <a:r>
              <a:t>04 • ORGANIZAÇÃO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63A"/>
                </a:solidFill>
                <a:latin typeface="Aptos"/>
              </a:defRPr>
            </a:pPr>
            <a:r>
              <a:t>Arquitetura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API REST executada na porta 8081, retornando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06624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2549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Web executado na porta 8080, com páginas Thymeleaf.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93008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Cada projeto usa seu próprio H2 em memória nesta versão.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79392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9826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Os projetos são executados separadamente.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8464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Evolução sugerida: integrar o Web à API e centralizar os dados.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9798F"/>
                </a:solidFill>
                <a:latin typeface="Aptos"/>
              </a:defRPr>
            </a:pPr>
            <a:r>
              <a:t>THYMELEAF GESTÃO  •  PROJETO ACADÊMICO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69E8"/>
                </a:solidFill>
                <a:latin typeface="Aptos"/>
              </a:defRPr>
            </a:pPr>
            <a:r>
              <a:t>05 •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63A"/>
                </a:solidFill>
                <a:latin typeface="Aptos"/>
              </a:defRPr>
            </a:pPr>
            <a:r>
              <a:t>API 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/api/funcionarios — CRUD identificado pelo CPF.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06624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2549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/api/contas-do-mes — CRUD identificado pelo 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93008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/api/veiculos — CRUD identificado pela placa.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79392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9826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/api/servicos — CRUD identificado pelo 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8464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Operações: GET, POST, PUT e DELETE.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9798F"/>
                </a:solidFill>
                <a:latin typeface="Aptos"/>
              </a:defRPr>
            </a:pPr>
            <a:r>
              <a:t>THYMELEAF GESTÃO  •  PROJETO ACADÊMICO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69E8"/>
                </a:solidFill>
                <a:latin typeface="Aptos"/>
              </a:defRPr>
            </a:pPr>
            <a:r>
              <a:t>06 • ENTIDADES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63A"/>
                </a:solidFill>
                <a:latin typeface="Aptos"/>
              </a:defRPr>
            </a:pPr>
            <a:r>
              <a:t>Modelo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Funcionário: CPF como chave primária, nome e salário.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06624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2549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ContasDoMes: ID gerado, descrição, valor 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93008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Veículo: placa como chave primária e atributos da frota.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79392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9826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Serviço: ID gerado, descrição e data de cadastro.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8464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H2 em memória reinicia os dados quando a aplicação é encerrada.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9798F"/>
                </a:solidFill>
                <a:latin typeface="Aptos"/>
              </a:defRPr>
            </a:pPr>
            <a:r>
              <a:t>THYMELEAF GESTÃO  •  PROJETO ACADÊMICO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69E8"/>
                </a:solidFill>
                <a:latin typeface="Aptos"/>
              </a:defRPr>
            </a:pPr>
            <a:r>
              <a:t>07 • COMO UTILIZAR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63A"/>
                </a:solidFill>
                <a:latin typeface="Aptos"/>
              </a:defRPr>
            </a:pPr>
            <a:r>
              <a:t>Fluxo de demonstração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1. Iniciar o projeto Web e abrir http://localhost:8080.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06624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2549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2. Selecionar um módulo no menu lateral.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93008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3. Preencher os campos e salvar o cadastro.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79392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9826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4. Pesquisar registros e testar editar ou excluir.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8464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5. Voltar ao painel para conferir os totais atualizados.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9798F"/>
                </a:solidFill>
                <a:latin typeface="Aptos"/>
              </a:defRPr>
            </a:pPr>
            <a:r>
              <a:t>THYMELEAF GESTÃO  •  PROJETO ACADÊMICO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69E8"/>
                </a:solidFill>
                <a:latin typeface="Aptos"/>
              </a:defRPr>
            </a:pPr>
            <a:r>
              <a:t>08 •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63A"/>
                </a:solidFill>
                <a:latin typeface="Aptos"/>
              </a:defRPr>
            </a:pPr>
            <a:r>
              <a:t>Limitações e melhorias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Integrar Web e API via HTTP para compartilhar os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06624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2549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Adicionar validações detalhadas e tratamento de erros.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93008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Implementar login, perfis de acesso e auditoria.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79392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9826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Adotar banco persistente para preservar os registros.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8464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8263A"/>
                </a:solidFill>
                <a:latin typeface="Aptos"/>
              </a:defRPr>
            </a:pPr>
            <a:r>
              <a:t>•  Criar testes automatizados e documentação OpenAPI/Swagger.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9798F"/>
                </a:solidFill>
                <a:latin typeface="Aptos"/>
              </a:defRPr>
            </a:pPr>
            <a:r>
              <a:t>THYMELEAF GESTÃO  •  PROJETO ACADÊMICO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7B5FF"/>
                </a:solidFill>
                <a:latin typeface="Aptos"/>
              </a:defRPr>
            </a:pPr>
            <a:r>
              <a:t>THYMELEAF GESTÃO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D2DEEE"/>
                </a:solidFill>
                <a:latin typeface="Aptos"/>
              </a:defRPr>
            </a:pPr>
            <a:r>
              <a:t>Dúvidas ou sugestões?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5B8CF"/>
                </a:solidFill>
                <a:latin typeface="Aptos"/>
              </a:defRPr>
            </a:pPr>
            <a:r>
              <a:t>Java • Spring Boot • Thymeleaf • H2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